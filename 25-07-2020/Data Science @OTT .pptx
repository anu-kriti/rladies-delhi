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64" r:id="rId1"/>
  </p:sldMasterIdLst>
  <p:sldIdLst>
    <p:sldId id="270" r:id="rId2"/>
    <p:sldId id="256" r:id="rId3"/>
    <p:sldId id="266" r:id="rId4"/>
    <p:sldId id="257" r:id="rId5"/>
    <p:sldId id="259" r:id="rId6"/>
    <p:sldId id="263" r:id="rId7"/>
    <p:sldId id="264" r:id="rId8"/>
    <p:sldId id="265" r:id="rId9"/>
    <p:sldId id="262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69"/>
  </p:normalViewPr>
  <p:slideViewPr>
    <p:cSldViewPr snapToGrid="0" snapToObjects="1">
      <p:cViewPr varScale="1">
        <p:scale>
          <a:sx n="86" d="100"/>
          <a:sy n="86" d="100"/>
        </p:scale>
        <p:origin x="53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7/25/2020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974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7/25/2020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648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7/25/2020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445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7/25/2020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73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7/25/2020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861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7/25/2020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588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7/25/2020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319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7/25/2020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857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7/25/2020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629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7/25/2020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735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7/25/2020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084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7/25/2020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593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rachanabagde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98F13110-1AD9-4B39-9C03-4C28F09AEB2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117475"/>
            <a:ext cx="11572875" cy="6613525"/>
          </a:xfrm>
        </p:spPr>
      </p:pic>
    </p:spTree>
    <p:extLst>
      <p:ext uri="{BB962C8B-B14F-4D97-AF65-F5344CB8AC3E}">
        <p14:creationId xmlns:p14="http://schemas.microsoft.com/office/powerpoint/2010/main" val="4058134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24">
            <a:extLst>
              <a:ext uri="{FF2B5EF4-FFF2-40B4-BE49-F238E27FC236}">
                <a16:creationId xmlns:a16="http://schemas.microsoft.com/office/drawing/2014/main" id="{66C7A97A-A7DE-4DFB-8542-1E4BF24C7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E111DB0-3D73-4D20-9D57-CEF5A0D86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15610F-6897-E84C-9239-A62A7ED79A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23958" y="1358120"/>
            <a:ext cx="5503441" cy="308758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C00000"/>
                </a:solidFill>
                <a:ea typeface="Apple Symbols" panose="02000000000000000000" pitchFamily="2" charset="-79"/>
                <a:cs typeface="Apple Symbols" panose="02000000000000000000" pitchFamily="2" charset="-79"/>
              </a:rPr>
              <a:t>DATA SCIENCE</a:t>
            </a:r>
            <a:br>
              <a:rPr lang="en-US" sz="4400" b="1" dirty="0">
                <a:ea typeface="Apple Symbols" panose="02000000000000000000" pitchFamily="2" charset="-79"/>
                <a:cs typeface="Apple Symbols" panose="02000000000000000000" pitchFamily="2" charset="-79"/>
              </a:rPr>
            </a:br>
            <a:br>
              <a:rPr lang="en-US" sz="4400" b="1" dirty="0">
                <a:ea typeface="Apple Symbols" panose="02000000000000000000" pitchFamily="2" charset="-79"/>
                <a:cs typeface="Apple Symbols" panose="02000000000000000000" pitchFamily="2" charset="-79"/>
              </a:rPr>
            </a:br>
            <a:r>
              <a:rPr lang="en-US" sz="4400" b="1" dirty="0">
                <a:solidFill>
                  <a:srgbClr val="002060"/>
                </a:solidFill>
                <a:ea typeface="Apple Symbols" panose="02000000000000000000" pitchFamily="2" charset="-79"/>
                <a:cs typeface="Apple Symbols" panose="02000000000000000000" pitchFamily="2" charset="-79"/>
              </a:rPr>
              <a:t>ENTERTAINMENT INDUSTRY (OTT)</a:t>
            </a:r>
          </a:p>
        </p:txBody>
      </p:sp>
      <p:pic>
        <p:nvPicPr>
          <p:cNvPr id="10" name="Picture 9" descr="A computer sitting on top of a table&#10;&#10;Description automatically generated">
            <a:extLst>
              <a:ext uri="{FF2B5EF4-FFF2-40B4-BE49-F238E27FC236}">
                <a16:creationId xmlns:a16="http://schemas.microsoft.com/office/drawing/2014/main" id="{52BF327D-FE16-A24F-B349-DEB746FBE0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820" r="18992" b="1"/>
          <a:stretch/>
        </p:blipFill>
        <p:spPr>
          <a:xfrm>
            <a:off x="-11915" y="755903"/>
            <a:ext cx="6371274" cy="5334001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027ADCA0-A066-4B16-8E1F-3C2483947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5580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24">
            <a:extLst>
              <a:ext uri="{FF2B5EF4-FFF2-40B4-BE49-F238E27FC236}">
                <a16:creationId xmlns:a16="http://schemas.microsoft.com/office/drawing/2014/main" id="{66C7A97A-A7DE-4DFB-8542-1E4BF24C7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E111DB0-3D73-4D20-9D57-CEF5A0D86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15610F-6897-E84C-9239-A62A7ED79A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2082" y="878774"/>
            <a:ext cx="4959481" cy="299691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WHAT TO EXPECT OUT OF THIS SESSION ?</a:t>
            </a:r>
            <a:endParaRPr lang="en-US" sz="4400" b="1" dirty="0">
              <a:solidFill>
                <a:srgbClr val="002060"/>
              </a:solidFill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10" name="Picture 9" descr="A computer sitting on top of a table&#10;&#10;Description automatically generated">
            <a:extLst>
              <a:ext uri="{FF2B5EF4-FFF2-40B4-BE49-F238E27FC236}">
                <a16:creationId xmlns:a16="http://schemas.microsoft.com/office/drawing/2014/main" id="{52BF327D-FE16-A24F-B349-DEB746FBE0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820" r="18992" b="1"/>
          <a:stretch/>
        </p:blipFill>
        <p:spPr>
          <a:xfrm>
            <a:off x="-11915" y="755903"/>
            <a:ext cx="6371274" cy="5334001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027ADCA0-A066-4B16-8E1F-3C2483947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52093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F6DEE6-C906-784F-97A8-BEBAA2CF5730}"/>
              </a:ext>
            </a:extLst>
          </p:cNvPr>
          <p:cNvSpPr txBox="1"/>
          <p:nvPr/>
        </p:nvSpPr>
        <p:spPr>
          <a:xfrm>
            <a:off x="5167123" y="2230165"/>
            <a:ext cx="5153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APPROACH 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BC4C60-E77F-C54F-B694-4049D434936C}"/>
              </a:ext>
            </a:extLst>
          </p:cNvPr>
          <p:cNvSpPr txBox="1"/>
          <p:nvPr/>
        </p:nvSpPr>
        <p:spPr>
          <a:xfrm>
            <a:off x="3859480" y="3592650"/>
            <a:ext cx="5153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BUSINESS FOCUSSED</a:t>
            </a:r>
          </a:p>
        </p:txBody>
      </p:sp>
    </p:spTree>
    <p:extLst>
      <p:ext uri="{BB962C8B-B14F-4D97-AF65-F5344CB8AC3E}">
        <p14:creationId xmlns:p14="http://schemas.microsoft.com/office/powerpoint/2010/main" val="425526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D92B0-82C9-FA47-9729-1AA5A7CAB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Metrics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D6867A-7C69-A14D-B7D6-46BE9AA876A7}"/>
              </a:ext>
            </a:extLst>
          </p:cNvPr>
          <p:cNvSpPr/>
          <p:nvPr/>
        </p:nvSpPr>
        <p:spPr>
          <a:xfrm>
            <a:off x="3819896" y="1787811"/>
            <a:ext cx="7046026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Symbol" pitchFamily="2" charset="2"/>
              <a:buChar char="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DAU, MAU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Subscriptions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Triggered Subscriptions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Watch Time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..a lot more, but this should be enough for now!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070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7F231E5-F402-49E1-82B4-C762909ED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6F0BA12B-74D1-4DB1-9A3F-C9BA27B81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515FCC40-AA93-4D3B-90D0-69BC824EA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190517" y="1056875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24FDBEC-3231-F348-BA92-2BF49AE0B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CHURN PREDICTION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9FCE16-2B59-AD4E-A8C0-13B97DFE5BA5}"/>
              </a:ext>
            </a:extLst>
          </p:cNvPr>
          <p:cNvSpPr txBox="1"/>
          <p:nvPr/>
        </p:nvSpPr>
        <p:spPr>
          <a:xfrm>
            <a:off x="4030615" y="2301043"/>
            <a:ext cx="73935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Clustering to know the churning out audience in next 7 days is using which OS, what age group, how active he has been in his subscribed period, and what kind of shows he has watched.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Based on these information, personalized communications in form of Push Notifications, In-App Notifications, SMS, </a:t>
            </a:r>
            <a:r>
              <a:rPr lang="en-US" dirty="0" err="1"/>
              <a:t>Whatsapp</a:t>
            </a:r>
            <a:r>
              <a:rPr lang="en-US" dirty="0"/>
              <a:t> Communications, Emails, </a:t>
            </a:r>
            <a:r>
              <a:rPr lang="en-US" dirty="0" err="1"/>
              <a:t>etc</a:t>
            </a:r>
            <a:r>
              <a:rPr lang="en-US" dirty="0"/>
              <a:t> is made.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7823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7F231E5-F402-49E1-82B4-C762909ED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6F0BA12B-74D1-4DB1-9A3F-C9BA27B81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515FCC40-AA93-4D3B-90D0-69BC824EA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190517" y="1056875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24FDBEC-3231-F348-BA92-2BF49AE0B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3428432" cy="4601183"/>
          </a:xfrm>
        </p:spPr>
        <p:txBody>
          <a:bodyPr>
            <a:normAutofit/>
          </a:bodyPr>
          <a:lstStyle/>
          <a:p>
            <a:r>
              <a:rPr lang="en-US" sz="2800" dirty="0"/>
              <a:t>RECOMMENDATION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9FCE16-2B59-AD4E-A8C0-13B97DFE5BA5}"/>
              </a:ext>
            </a:extLst>
          </p:cNvPr>
          <p:cNvSpPr txBox="1"/>
          <p:nvPr/>
        </p:nvSpPr>
        <p:spPr>
          <a:xfrm>
            <a:off x="4030615" y="2301043"/>
            <a:ext cx="73935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based Recommendation where similarity is computed over the kind of content consumed.</a:t>
            </a:r>
            <a:br>
              <a:rPr lang="en-US" dirty="0"/>
            </a:br>
            <a:br>
              <a:rPr lang="en-US" dirty="0"/>
            </a:b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users have consumed similar kind of content, they will be cross recommended each other’s shows.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2251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7F231E5-F402-49E1-82B4-C762909ED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6F0BA12B-74D1-4DB1-9A3F-C9BA27B81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515FCC40-AA93-4D3B-90D0-69BC824EA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190517" y="1056875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24FDBEC-3231-F348-BA92-2BF49AE0B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3428432" cy="4601183"/>
          </a:xfrm>
        </p:spPr>
        <p:txBody>
          <a:bodyPr>
            <a:normAutofit/>
          </a:bodyPr>
          <a:lstStyle/>
          <a:p>
            <a:r>
              <a:rPr lang="en-US" sz="3200" dirty="0"/>
              <a:t>SUBSCRIPTION BEHAVIOUR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9FCE16-2B59-AD4E-A8C0-13B97DFE5BA5}"/>
              </a:ext>
            </a:extLst>
          </p:cNvPr>
          <p:cNvSpPr txBox="1"/>
          <p:nvPr/>
        </p:nvSpPr>
        <p:spPr>
          <a:xfrm>
            <a:off x="4030615" y="2301043"/>
            <a:ext cx="739359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Clustering to understand what kind of different </a:t>
            </a:r>
            <a:r>
              <a:rPr lang="en-US" dirty="0" err="1"/>
              <a:t>behaviour</a:t>
            </a:r>
            <a:r>
              <a:rPr lang="en-US" dirty="0"/>
              <a:t> types we have when it comes to subscribing. Important Features like..</a:t>
            </a:r>
            <a:br>
              <a:rPr lang="en-US" dirty="0"/>
            </a:b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Based on how frequently user visits the platform, what is the content consumption rate, when exactly they subscribed gives us a fair idea of a subscription </a:t>
            </a:r>
            <a:r>
              <a:rPr lang="en-US" dirty="0" err="1"/>
              <a:t>behaviour</a:t>
            </a:r>
            <a:r>
              <a:rPr lang="en-US" dirty="0"/>
              <a:t>.</a:t>
            </a:r>
            <a:endParaRPr lang="en-IN" dirty="0"/>
          </a:p>
          <a:p>
            <a:r>
              <a:rPr lang="en-US" dirty="0"/>
              <a:t> 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That helps in targeting the users more specifically based on the cluster they belong to.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4103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31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" name="Rectangle 33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44" name="Rectangle 35">
            <a:extLst>
              <a:ext uri="{FF2B5EF4-FFF2-40B4-BE49-F238E27FC236}">
                <a16:creationId xmlns:a16="http://schemas.microsoft.com/office/drawing/2014/main" id="{9203ABB4-7E2A-4248-9FE7-4A419AFF2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37">
            <a:extLst>
              <a:ext uri="{FF2B5EF4-FFF2-40B4-BE49-F238E27FC236}">
                <a16:creationId xmlns:a16="http://schemas.microsoft.com/office/drawing/2014/main" id="{3126970D-C1E5-4FB1-84E8-86CB9CED1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9D5951-10CA-1E49-B7F8-2BD4D0028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14" y="934749"/>
            <a:ext cx="11075161" cy="399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63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24">
            <a:extLst>
              <a:ext uri="{FF2B5EF4-FFF2-40B4-BE49-F238E27FC236}">
                <a16:creationId xmlns:a16="http://schemas.microsoft.com/office/drawing/2014/main" id="{66C7A97A-A7DE-4DFB-8542-1E4BF24C7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E111DB0-3D73-4D20-9D57-CEF5A0D86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15610F-6897-E84C-9239-A62A7ED79A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33314" y="2717925"/>
            <a:ext cx="3508594" cy="918734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Arial Nova" panose="020B0504020202020204" pitchFamily="34" charset="0"/>
                <a:ea typeface="Apple Symbols" panose="02000000000000000000" pitchFamily="2" charset="-79"/>
                <a:cs typeface="Arial Nova" panose="020F0502020204030204" pitchFamily="34" charset="0"/>
              </a:rPr>
              <a:t>Questions ?</a:t>
            </a:r>
            <a:endParaRPr lang="en-US" sz="4800" b="1" dirty="0">
              <a:solidFill>
                <a:srgbClr val="002060"/>
              </a:solidFill>
              <a:latin typeface="Arial Nova" panose="020B0504020202020204" pitchFamily="34" charset="0"/>
              <a:ea typeface="Apple Symbols" panose="02000000000000000000" pitchFamily="2" charset="-79"/>
              <a:cs typeface="Arial Nova" panose="020F0502020204030204" pitchFamily="34" charset="0"/>
            </a:endParaRPr>
          </a:p>
        </p:txBody>
      </p:sp>
      <p:pic>
        <p:nvPicPr>
          <p:cNvPr id="10" name="Picture 9" descr="A computer sitting on top of a table&#10;&#10;Description automatically generated">
            <a:extLst>
              <a:ext uri="{FF2B5EF4-FFF2-40B4-BE49-F238E27FC236}">
                <a16:creationId xmlns:a16="http://schemas.microsoft.com/office/drawing/2014/main" id="{52BF327D-FE16-A24F-B349-DEB746FBE0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820" r="18992" b="1"/>
          <a:stretch/>
        </p:blipFill>
        <p:spPr>
          <a:xfrm>
            <a:off x="-11915" y="755903"/>
            <a:ext cx="6371274" cy="5334001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027ADCA0-A066-4B16-8E1F-3C2483947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77184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24">
            <a:extLst>
              <a:ext uri="{FF2B5EF4-FFF2-40B4-BE49-F238E27FC236}">
                <a16:creationId xmlns:a16="http://schemas.microsoft.com/office/drawing/2014/main" id="{66C7A97A-A7DE-4DFB-8542-1E4BF24C7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E111DB0-3D73-4D20-9D57-CEF5A0D86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15610F-6897-E84C-9239-A62A7ED79A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0445" y="2504169"/>
            <a:ext cx="3508594" cy="918734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C00000"/>
                </a:solidFill>
                <a:ea typeface="Apple Symbols" panose="02000000000000000000" pitchFamily="2" charset="-79"/>
                <a:cs typeface="Arial Nova" panose="020F0502020204030204" pitchFamily="34" charset="0"/>
              </a:rPr>
              <a:t>THANK YOU!</a:t>
            </a:r>
            <a:endParaRPr lang="en-US" sz="4800" b="1" dirty="0">
              <a:solidFill>
                <a:srgbClr val="002060"/>
              </a:solidFill>
              <a:ea typeface="Apple Symbols" panose="02000000000000000000" pitchFamily="2" charset="-79"/>
              <a:cs typeface="Arial Nova" panose="020F0502020204030204" pitchFamily="34" charset="0"/>
            </a:endParaRPr>
          </a:p>
        </p:txBody>
      </p:sp>
      <p:pic>
        <p:nvPicPr>
          <p:cNvPr id="10" name="Picture 9" descr="A computer sitting on top of a table&#10;&#10;Description automatically generated">
            <a:extLst>
              <a:ext uri="{FF2B5EF4-FFF2-40B4-BE49-F238E27FC236}">
                <a16:creationId xmlns:a16="http://schemas.microsoft.com/office/drawing/2014/main" id="{52BF327D-FE16-A24F-B349-DEB746FBE0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820" r="18992" b="1"/>
          <a:stretch/>
        </p:blipFill>
        <p:spPr>
          <a:xfrm>
            <a:off x="-11915" y="755903"/>
            <a:ext cx="6371274" cy="5334001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027ADCA0-A066-4B16-8E1F-3C2483947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FBDDE26-EBDE-8C41-B063-406C740FF7A6}"/>
              </a:ext>
            </a:extLst>
          </p:cNvPr>
          <p:cNvSpPr txBox="1">
            <a:spLocks/>
          </p:cNvSpPr>
          <p:nvPr/>
        </p:nvSpPr>
        <p:spPr>
          <a:xfrm>
            <a:off x="6673244" y="5120166"/>
            <a:ext cx="4828735" cy="9187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002060"/>
                </a:solidFill>
                <a:ea typeface="Apple Symbols" panose="02000000000000000000" pitchFamily="2" charset="-79"/>
                <a:cs typeface="Arial Nova" panose="020F0502020204030204" pitchFamily="34" charset="0"/>
              </a:rPr>
              <a:t>Rachana </a:t>
            </a:r>
            <a:r>
              <a:rPr lang="en-US" sz="3600" b="1" dirty="0" err="1">
                <a:solidFill>
                  <a:srgbClr val="002060"/>
                </a:solidFill>
                <a:ea typeface="Apple Symbols" panose="02000000000000000000" pitchFamily="2" charset="-79"/>
                <a:cs typeface="Arial Nova" panose="020F0502020204030204" pitchFamily="34" charset="0"/>
              </a:rPr>
              <a:t>Bagde</a:t>
            </a:r>
            <a:endParaRPr lang="en-US" sz="3600" b="1" dirty="0">
              <a:solidFill>
                <a:srgbClr val="002060"/>
              </a:solidFill>
              <a:ea typeface="Apple Symbols" panose="02000000000000000000" pitchFamily="2" charset="-79"/>
              <a:cs typeface="Arial Nova" panose="020F0502020204030204" pitchFamily="34" charset="0"/>
            </a:endParaRPr>
          </a:p>
          <a:p>
            <a:r>
              <a:rPr lang="en-IN" sz="3600" dirty="0">
                <a:hlinkClick r:id="rId3"/>
              </a:rPr>
              <a:t>linkedin.com/in/rachanabagde/</a:t>
            </a:r>
            <a:endParaRPr lang="en-US" sz="3600" b="1" dirty="0">
              <a:solidFill>
                <a:srgbClr val="002060"/>
              </a:solidFill>
              <a:ea typeface="Apple Symbols" panose="02000000000000000000" pitchFamily="2" charset="-79"/>
              <a:cs typeface="Arial Nova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156768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{BA983EE3-B607-3B4C-921D-DF961FD164AC}tf10001124</Template>
  <TotalTime>122</TotalTime>
  <Words>113</Words>
  <Application>Microsoft Office PowerPoint</Application>
  <PresentationFormat>Widescreen</PresentationFormat>
  <Paragraphs>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Apple Symbols</vt:lpstr>
      <vt:lpstr>Arial</vt:lpstr>
      <vt:lpstr>Arial Nova</vt:lpstr>
      <vt:lpstr>Calibri</vt:lpstr>
      <vt:lpstr>Corbel</vt:lpstr>
      <vt:lpstr>Symbol</vt:lpstr>
      <vt:lpstr>Wingdings 2</vt:lpstr>
      <vt:lpstr>Frame</vt:lpstr>
      <vt:lpstr>PowerPoint Presentation</vt:lpstr>
      <vt:lpstr>DATA SCIENCE  ENTERTAINMENT INDUSTRY (OTT)</vt:lpstr>
      <vt:lpstr>WHAT TO EXPECT OUT OF THIS SESSION ?</vt:lpstr>
      <vt:lpstr>PowerPoint Presentation</vt:lpstr>
      <vt:lpstr>Key Metrics</vt:lpstr>
      <vt:lpstr>CHURN PREDICTION</vt:lpstr>
      <vt:lpstr>RECOMMENDATION</vt:lpstr>
      <vt:lpstr>SUBSCRIPTION BEHAVIOUR</vt:lpstr>
      <vt:lpstr>PowerPoint Presentation</vt:lpstr>
      <vt:lpstr>Questions ?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 ENTERTAINMENT INDUSTRY</dc:title>
  <dc:creator>Rachana Bagde  (ALTBalaji)</dc:creator>
  <cp:lastModifiedBy>Gupta, Anukriti</cp:lastModifiedBy>
  <cp:revision>19</cp:revision>
  <dcterms:created xsi:type="dcterms:W3CDTF">2020-07-24T16:18:18Z</dcterms:created>
  <dcterms:modified xsi:type="dcterms:W3CDTF">2020-07-25T07:54:09Z</dcterms:modified>
</cp:coreProperties>
</file>